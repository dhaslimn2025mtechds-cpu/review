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  <p:sldId id="2147470501" r:id="rId11"/>
    <p:sldId id="2147470502" r:id="rId12"/>
    <p:sldId id="2147470503" r:id="rId13"/>
    <p:sldId id="2147470504" r:id="rId14"/>
    <p:sldId id="2147470505" r:id="rId15"/>
    <p:sldId id="2147470506" r:id="rId16"/>
    <p:sldId id="2147470507" r:id="rId17"/>
    <p:sldId id="2147470508" r:id="rId18"/>
    <p:sldId id="214747050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6E7324-360E-4017-99AC-31CF81EA5FA1}" v="2" dt="2026-10-01T04:32:23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slim N" userId="acccf8b7-fa12-4fbd-b7ec-4d5d48783f60" providerId="ADAL" clId="{4488313D-7120-4382-A252-FD61FA83AD45}"/>
    <pc:docChg chg="addSld modSld">
      <pc:chgData name="Dhaslim N" userId="acccf8b7-fa12-4fbd-b7ec-4d5d48783f60" providerId="ADAL" clId="{4488313D-7120-4382-A252-FD61FA83AD45}" dt="2026-10-01T04:32:23.766" v="1" actId="20577"/>
      <pc:docMkLst>
        <pc:docMk/>
      </pc:docMkLst>
      <pc:sldChg chg="add">
        <pc:chgData name="Dhaslim N" userId="acccf8b7-fa12-4fbd-b7ec-4d5d48783f60" providerId="ADAL" clId="{4488313D-7120-4382-A252-FD61FA83AD45}" dt="2026-10-01T04:31:33.577" v="0"/>
        <pc:sldMkLst>
          <pc:docMk/>
          <pc:sldMk cId="3888476171" sldId="2147470501"/>
        </pc:sldMkLst>
      </pc:sldChg>
      <pc:sldChg chg="add">
        <pc:chgData name="Dhaslim N" userId="acccf8b7-fa12-4fbd-b7ec-4d5d48783f60" providerId="ADAL" clId="{4488313D-7120-4382-A252-FD61FA83AD45}" dt="2026-10-01T04:31:33.577" v="0"/>
        <pc:sldMkLst>
          <pc:docMk/>
          <pc:sldMk cId="1645760052" sldId="2147470502"/>
        </pc:sldMkLst>
      </pc:sldChg>
      <pc:sldChg chg="add">
        <pc:chgData name="Dhaslim N" userId="acccf8b7-fa12-4fbd-b7ec-4d5d48783f60" providerId="ADAL" clId="{4488313D-7120-4382-A252-FD61FA83AD45}" dt="2026-10-01T04:31:33.577" v="0"/>
        <pc:sldMkLst>
          <pc:docMk/>
          <pc:sldMk cId="3439538488" sldId="2147470503"/>
        </pc:sldMkLst>
      </pc:sldChg>
      <pc:sldChg chg="add">
        <pc:chgData name="Dhaslim N" userId="acccf8b7-fa12-4fbd-b7ec-4d5d48783f60" providerId="ADAL" clId="{4488313D-7120-4382-A252-FD61FA83AD45}" dt="2026-10-01T04:31:33.577" v="0"/>
        <pc:sldMkLst>
          <pc:docMk/>
          <pc:sldMk cId="1427766817" sldId="2147470504"/>
        </pc:sldMkLst>
      </pc:sldChg>
      <pc:sldChg chg="add">
        <pc:chgData name="Dhaslim N" userId="acccf8b7-fa12-4fbd-b7ec-4d5d48783f60" providerId="ADAL" clId="{4488313D-7120-4382-A252-FD61FA83AD45}" dt="2026-10-01T04:31:33.577" v="0"/>
        <pc:sldMkLst>
          <pc:docMk/>
          <pc:sldMk cId="3799781900" sldId="2147470505"/>
        </pc:sldMkLst>
      </pc:sldChg>
      <pc:sldChg chg="add">
        <pc:chgData name="Dhaslim N" userId="acccf8b7-fa12-4fbd-b7ec-4d5d48783f60" providerId="ADAL" clId="{4488313D-7120-4382-A252-FD61FA83AD45}" dt="2026-10-01T04:31:33.577" v="0"/>
        <pc:sldMkLst>
          <pc:docMk/>
          <pc:sldMk cId="546104816" sldId="2147470506"/>
        </pc:sldMkLst>
      </pc:sldChg>
      <pc:sldChg chg="add">
        <pc:chgData name="Dhaslim N" userId="acccf8b7-fa12-4fbd-b7ec-4d5d48783f60" providerId="ADAL" clId="{4488313D-7120-4382-A252-FD61FA83AD45}" dt="2026-10-01T04:31:33.577" v="0"/>
        <pc:sldMkLst>
          <pc:docMk/>
          <pc:sldMk cId="3560761197" sldId="2147470507"/>
        </pc:sldMkLst>
      </pc:sldChg>
      <pc:sldChg chg="add">
        <pc:chgData name="Dhaslim N" userId="acccf8b7-fa12-4fbd-b7ec-4d5d48783f60" providerId="ADAL" clId="{4488313D-7120-4382-A252-FD61FA83AD45}" dt="2026-10-01T04:31:33.577" v="0"/>
        <pc:sldMkLst>
          <pc:docMk/>
          <pc:sldMk cId="105861477" sldId="2147470508"/>
        </pc:sldMkLst>
      </pc:sldChg>
      <pc:sldChg chg="modSp add modAnim">
        <pc:chgData name="Dhaslim N" userId="acccf8b7-fa12-4fbd-b7ec-4d5d48783f60" providerId="ADAL" clId="{4488313D-7120-4382-A252-FD61FA83AD45}" dt="2026-10-01T04:32:23.766" v="1" actId="20577"/>
        <pc:sldMkLst>
          <pc:docMk/>
          <pc:sldMk cId="3768300085" sldId="2147470509"/>
        </pc:sldMkLst>
        <pc:spChg chg="mod">
          <ac:chgData name="Dhaslim N" userId="acccf8b7-fa12-4fbd-b7ec-4d5d48783f60" providerId="ADAL" clId="{4488313D-7120-4382-A252-FD61FA83AD45}" dt="2026-10-01T04:32:23.766" v="1" actId="20577"/>
          <ac:spMkLst>
            <pc:docMk/>
            <pc:sldMk cId="3768300085" sldId="2147470509"/>
            <ac:spMk id="2" creationId="{97872131-A6C0-4ECF-9994-EA002B6EAD8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4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AEGIE : A Research Framework for Adaptive Agentic AI Based Voice Interview Evaluation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DHASLIM N (251011007)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T9951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240827"/>
              </p:ext>
            </p:extLst>
          </p:nvPr>
        </p:nvGraphicFramePr>
        <p:xfrm>
          <a:off x="-47290" y="5954486"/>
          <a:ext cx="12239216" cy="30527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3154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49617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AEGIE is an AI-based voice interview evaluation system.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It records the candidate's spoken answers during an interview.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NVIDIA Parakeet converts the recorded speech into text. </a:t>
            </a:r>
          </a:p>
          <a:p>
            <a:pPr lvl="0">
              <a:lnSpc>
                <a:spcPct val="150000"/>
              </a:lnSpc>
            </a:pP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 and AI agents analyse the answer and generate measurable evidence.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2253343" y="57036"/>
            <a:ext cx="9938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AEGIE : A Research Framework for Adaptive Agentic AI Based Voice Interview Evaluation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Conduct a real-time voice-based technical interview.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Measure speaking features such as WPM, fillers and pauses.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Analyse answer meaning using semantic and concept similarity.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Adapt the next question difficulty based on previous-answer evidence.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3254829" y="57036"/>
            <a:ext cx="89371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AEGIE : A Research Framework for Adaptive Agentic AI Based Voice Interview Evaluation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635829" y="57036"/>
            <a:ext cx="85561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AEGIE : A Research Framework for Adaptive Agentic AI Based Voice Interview Evaluation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23A6E1-C0B3-2C57-1F77-E6CA49E7E4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226066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Interview Module: Records candidate voice and manages questions.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Transcription Module: Converts speech into text using Parakeet.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Evaluation Module: Calculates speech and semantic evidence.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Agentic Module: Handles adaptation, feedback and result generation.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Capture the candidate's answer through the microphone.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Convert voice into a transcript using Parakeet STT.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Generate semantic embeddings and similarities using </a:t>
            </a: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Combine the evidence for adaptive questioning and feedback.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200401" y="57036"/>
            <a:ext cx="899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AEGIE : A Research Framework for Adaptive Agentic AI Based Voice Interview Evaluation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Clean and organize the interview question and reference-answer data.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Store questions according to Easy, Medium and Hard difficulty.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Process transcripts into sentences for semantic comparison.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Store evaluation features for later analysis and model calibration.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1861457" y="57036"/>
            <a:ext cx="10330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AEGIE : A Research Framework for Adaptive Agentic AI Based Voice Interview Evaluation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Flask: Web application and interview interface.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NVIDIA Parakeet: Speech-to-text transcription. </a:t>
            </a:r>
          </a:p>
          <a:p>
            <a:pPr lvl="0">
              <a:lnSpc>
                <a:spcPct val="150000"/>
              </a:lnSpc>
            </a:pP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: Whole-answer, sentence and concept semantic similarity.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Python + Agent Workflow: Evaluation, adaptation and feedback processing.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3548743" y="57036"/>
            <a:ext cx="86432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AEGIE : A Research Framework for Adaptive Agentic AI Based Voice Interview Evaluation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Voice recording and Parakeet transcription completed.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Speech-feature and </a:t>
            </a: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 evaluation completed.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Rule-based adaptive questioning and feedback implemented.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Next stage is human annotation, calibration and validation.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3537857" y="57036"/>
            <a:ext cx="8654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AEGIE : A Research Framework for Adaptive Agentic AI Based Voice Interview Evaluation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3537857" y="57036"/>
            <a:ext cx="8654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AEGIE : A Research Framework for Adaptive Agentic AI Based Voice Interview Evaluation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E8F8E9-833C-BCE8-26FE-AA71161273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543" y="1538287"/>
            <a:ext cx="8512627" cy="448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DHASLIM N (251011007)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T9951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8476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 err="1">
                <a:latin typeface="+mn-lt"/>
              </a:rPr>
              <a:t>ServiceSense</a:t>
            </a:r>
            <a:r>
              <a:rPr lang="en-IN" dirty="0">
                <a:latin typeface="+mn-lt"/>
              </a:rPr>
              <a:t> AI is a customer complaint classification and resolution support system.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It understands customer complaints written in text form.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It predicts the complaint category and customer intent.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It also retrieves similar past complaints and suggests suitable resolutions. 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831771" y="57036"/>
            <a:ext cx="8360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Service Sense AI – Customer Complaint Classification &amp; Resolution Intelligence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76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Automatically identify the customer complaint intent.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Reduce manual work for customer-support teams.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Provide relevant resolution support using similar past complaints.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Send weak or unsupported complaints for manual review.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2852057" y="57036"/>
            <a:ext cx="9339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Service Sense AI – Customer Complaint Classification &amp; Resolution Intelligence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53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76601" y="57036"/>
            <a:ext cx="891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Service Sense AI – Customer Complaint Classification &amp; Resolution Intelligence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39EAF7-4C8F-D754-9B3E-017278C891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073665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Complaint Input Module – accepts customer complaint text.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ML Classification Module – predicts the customer intent.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RAG Retrieval Module – finds similar previous complaints.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Hybrid Decision Module – selects ML, RAG, or Manual Review.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7766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Convert complaint text into numerical features using TF-IDF.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Train Logistic Regression and Random Forest models.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Use FAISS to retrieve similar complaint records.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Combine ML and RAG results using a confidence-based Hybrid Decision.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069771" y="57036"/>
            <a:ext cx="9122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Service Sense AI – Customer Complaint Classification &amp; Resolution Intelligence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78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Load the customer-support dataset using Pandas.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Select complaint, category, intent, and response columns.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Clean missing or unnecessary text values.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Study the distribution of categories and intent classes.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4136571" y="57036"/>
            <a:ext cx="80554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Service Sense AI – Customer Complaint Classification &amp; Resolution Intelligence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10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TF-IDF – converts complaint text into numerical features.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Logistic Regression – main model for intent classification.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FAISS – retrieves similar complaints for RAG support.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Flask + Docker – used to build and deploy the demo application.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3831771" y="57036"/>
            <a:ext cx="8360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Service Sense AI – Customer Complaint Classification &amp; Resolution Intelligence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76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Dataset preparation and preprocessing completed.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ML model training and comparison completed.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FAISS RAG and Hybrid Decision completed.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Flask UI and Docker deployment completed.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3788229" y="57036"/>
            <a:ext cx="8403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Service Sense AI – Customer Complaint Classification &amp; Resolution Intelligence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6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4267201" y="57036"/>
            <a:ext cx="792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Service Sense AI – Customer Complaint Classification &amp; Resolution Intelligence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BAAC87-34E5-BD96-CE47-191FE07DFF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666" y="1562100"/>
            <a:ext cx="8899134" cy="452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300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825</Words>
  <Application>Microsoft Office PowerPoint</Application>
  <PresentationFormat>Widescreen</PresentationFormat>
  <Paragraphs>120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Dhaslim N</cp:lastModifiedBy>
  <cp:revision>14</cp:revision>
  <dcterms:created xsi:type="dcterms:W3CDTF">2024-05-13T10:33:11Z</dcterms:created>
  <dcterms:modified xsi:type="dcterms:W3CDTF">2026-10-01T04:34:09Z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